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645920"/>
          </a:xfrm>
          <a:prstGeom prst="rect">
            <a:avLst/>
          </a:prstGeom>
          <a:solidFill>
            <a:srgbClr val="374C80"/>
          </a:solidFill>
          <a:ln>
            <a:solidFill>
              <a:srgbClr val="37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eiryo UI"/>
              </a:rPr>
              <a:t>UMG因子保管庫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Meiryo UI"/>
              </a:rPr>
              <a:t>Umamusume Factor DB — システム構成資料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B848F"/>
                </a:solidFill>
                <a:latin typeface="Meiryo UI"/>
              </a:rPr>
              <a:t>Google Form + Apps Script + Cloud Run + Google Sheets + Discord Webhook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Meiryo UI"/>
              </a:rPr>
              <a:t>UMG因子保管庫 システム構成</a:t>
            </a:r>
          </a:p>
          <a:p>
            <a:r>
              <a:rPr sz="1200">
                <a:solidFill>
                  <a:srgbClr val="7B848F"/>
                </a:solidFill>
                <a:latin typeface="Meiryo UI"/>
              </a:rPr>
              <a:t>投稿フロー + 検索フロー + Discord 通知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0"/>
            <a:ext cx="1280160" cy="731520"/>
          </a:xfrm>
          <a:prstGeom prst="roundRect">
            <a:avLst/>
          </a:prstGeom>
          <a:solidFill>
            <a:srgbClr val="374C80"/>
          </a:solidFill>
          <a:ln>
            <a:solidFill>
              <a:srgbClr val="37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👤 ユーザー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（トレーナー）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914400"/>
            <a:ext cx="1828800" cy="822960"/>
          </a:xfrm>
          <a:prstGeom prst="roundRect">
            <a:avLst/>
          </a:prstGeom>
          <a:solidFill>
            <a:srgbClr val="2D7DFF"/>
          </a:solidFill>
          <a:ln>
            <a:solidFill>
              <a:srgbClr val="2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Google Form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投稿フォーム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846320"/>
            <a:ext cx="1828800" cy="822960"/>
          </a:xfrm>
          <a:prstGeom prst="roundRect">
            <a:avLst/>
          </a:prstGeom>
          <a:solidFill>
            <a:srgbClr val="2D7DFF"/>
          </a:solidFill>
          <a:ln>
            <a:solidFill>
              <a:srgbClr val="2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ブラウザ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検索 UI (search.html)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2743200" cy="1463040"/>
          </a:xfrm>
          <a:prstGeom prst="round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Apps Script (Code.gs)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・onFormSubmit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・doPost (webhook)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・doGet (検索 API)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・Discord 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937760"/>
            <a:ext cx="2743200" cy="8229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Google Sheets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factors_normalized / 応答タブ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2743200" cy="822960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Google Drive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因子画像（匿名リネーム済）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474720" cy="13716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Cloud Run (factor-processor)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FastAPI + ONNX + EasyOCR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・因子解析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・Apps Script へ結果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57600"/>
            <a:ext cx="347472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GCP Secret Manager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apps-script-secret / cloud-run-shared-secret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846320"/>
            <a:ext cx="3474720" cy="1188720"/>
          </a:xfrm>
          <a:prstGeom prst="roundRect">
            <a:avLst/>
          </a:prstGeom>
          <a:solidFill>
            <a:srgbClr val="5865F2"/>
          </a:solidFill>
          <a:ln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Discord Webhook × 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対人 / 査定 / 競技場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（おしらせキタちゃん bot）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554480" y="1371600"/>
            <a:ext cx="274320" cy="155448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91640" y="1948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① 画像+連絡先+目的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1280160"/>
            <a:ext cx="914400" cy="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10301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② 保存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737360"/>
            <a:ext cx="0" cy="100584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4360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③ Driveから取得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315200" y="2560320"/>
            <a:ext cx="914400" cy="64008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0" y="2680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④ base64+secret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0" y="3200400"/>
            <a:ext cx="914400" cy="27432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72400" y="34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⑤ 解析結果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4206240"/>
            <a:ext cx="0" cy="73152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43600" y="4472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⑥ 3行追記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3657600"/>
            <a:ext cx="914400" cy="1463040"/>
          </a:xfrm>
          <a:prstGeom prst="bentConnector3">
            <a:avLst/>
          </a:prstGeom>
          <a:ln w="20000">
            <a:solidFill>
              <a:srgbClr val="7B84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72400" y="4189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⑦ Discord通知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54480" y="5212080"/>
            <a:ext cx="274320" cy="0"/>
          </a:xfrm>
          <a:prstGeom prst="bentConnector3">
            <a:avLst/>
          </a:prstGeom>
          <a:ln w="20000">
            <a:solidFill>
              <a:srgbClr val="FF8A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91640" y="49620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A 開く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657600" y="3657600"/>
            <a:ext cx="914400" cy="1554480"/>
          </a:xfrm>
          <a:prstGeom prst="bentConnector3">
            <a:avLst/>
          </a:prstGeom>
          <a:ln w="20000">
            <a:solidFill>
              <a:srgbClr val="FF8A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0" y="4534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02020"/>
                </a:solidFill>
                <a:latin typeface="Meiryo UI"/>
              </a:rPr>
              <a:t>B google.script.run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0" y="4206240"/>
            <a:ext cx="0" cy="731520"/>
          </a:xfrm>
          <a:prstGeom prst="bentConnector3">
            <a:avLst/>
          </a:prstGeom>
          <a:ln w="20000">
            <a:solidFill>
              <a:srgbClr val="FF8A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848F"/>
                </a:solidFill>
                <a:latin typeface="Meiryo UI"/>
              </a:rPr>
              <a:t>▶ グレー矢印：投稿フロー  　▶ オレンジ矢印：検索フロー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Meiryo UI"/>
              </a:rPr>
              <a:t>投稿フロー詳細</a:t>
            </a:r>
          </a:p>
          <a:p>
            <a:r>
              <a:rPr sz="1200">
                <a:solidFill>
                  <a:srgbClr val="7B848F"/>
                </a:solidFill>
                <a:latin typeface="Meiryo UI"/>
              </a:rPr>
              <a:t>Form 送信 → 解析 → スプレ → Discord 通知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502920"/>
          </a:xfrm>
          <a:prstGeom prst="roundRect">
            <a:avLst/>
          </a:prstGeom>
          <a:solidFill>
            <a:srgbClr val="374C80"/>
          </a:solidFill>
          <a:ln>
            <a:solidFill>
              <a:srgbClr val="37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① ユーザー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372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Google Form に画像 + 連絡先 + 目的・用途を送信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114800" cy="502920"/>
          </a:xfrm>
          <a:prstGeom prst="roundRect">
            <a:avLst/>
          </a:prstGeom>
          <a:solidFill>
            <a:srgbClr val="2D7DFF"/>
          </a:solidFill>
          <a:ln>
            <a:solidFill>
              <a:srgbClr val="2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② Form → 応答タブ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859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Google Sheets『フォームの回答 1』に自動記録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4114800" cy="502920"/>
          </a:xfrm>
          <a:prstGeom prst="round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③ onFormSubmit 発火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34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Apps Script が応答行を読み、Drive ファイル ID 抽出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4114800" cy="502920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④ 画像匿名リネーム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83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factor_yyyyMMdd_HHmmss.ext 形式で setName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4114800" cy="50292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⑤ Cloud Run 呼び出し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318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POST /process に画像 base64 + secret を送信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4114800" cy="50292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⑥ ONNX + OCR 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804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因子ボックス検出 → 青/赤/緑/白 + ★数 + character 逆引き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4114800" cy="50292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⑦ Cloud Run → webhook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291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Apps Script doPost に 3 行の解析結果を 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4114800" cy="5029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⑧ factors_normalized 書き込み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9777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submission_id 共通で main/parent1/parent2 の 3 行追加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4114800" cy="50292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⑨ 応答タブに status 書き戻し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5264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submission_id + processed を応答行へ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35040"/>
            <a:ext cx="4114800" cy="502920"/>
          </a:xfrm>
          <a:prstGeom prst="roundRect">
            <a:avLst/>
          </a:prstGeom>
          <a:solidFill>
            <a:srgbClr val="5865F2"/>
          </a:solidFill>
          <a:ln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⑩ Discord 通知（対人/査定/競技場）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075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eiryo UI"/>
              </a:rPr>
              <a:t>画像を multipart で直接添付 + キタサン口調メッセージ + embed（おしらせキタちゃん bot）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Meiryo UI"/>
              </a:rPr>
              <a:t>データスキーマ</a:t>
            </a:r>
          </a:p>
          <a:p>
            <a:r>
              <a:rPr sz="1200">
                <a:solidFill>
                  <a:srgbClr val="7B848F"/>
                </a:solidFill>
                <a:latin typeface="Meiryo UI"/>
              </a:rPr>
              <a:t>factors_normalized タブ（1 投稿 = 3 行）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320040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列名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1645920" cy="320040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188720"/>
            <a:ext cx="7315200" cy="320040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説明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743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submission_id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08760"/>
            <a:ext cx="164592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508760"/>
            <a:ext cx="7315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投稿の一意 ID（3 行で共通）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01368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submitted_at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01368"/>
            <a:ext cx="16459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ISO8601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01368"/>
            <a:ext cx="7315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投稿日時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93976"/>
            <a:ext cx="2743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submitter_id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093976"/>
            <a:ext cx="164592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093976"/>
            <a:ext cx="7315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連絡先（Discord 名など、任意）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image_filename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386584"/>
            <a:ext cx="16459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386584"/>
            <a:ext cx="7315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サーバ内仮名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79192"/>
            <a:ext cx="2743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679192"/>
            <a:ext cx="164592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2679192"/>
            <a:ext cx="7315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main / parent1 / parent2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71800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character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2971800"/>
            <a:ext cx="16459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971800"/>
            <a:ext cx="7315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[衣装名]キャラ名（固有スキル逆引きで確定）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64408"/>
            <a:ext cx="2743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blue_type / blue_star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264408"/>
            <a:ext cx="164592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string/int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264408"/>
            <a:ext cx="7315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青因子 + ★数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red_type / red_star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557016"/>
            <a:ext cx="16459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string/int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557016"/>
            <a:ext cx="7315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赤因子 + ★数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9624"/>
            <a:ext cx="2743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green_name / green_star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849624"/>
            <a:ext cx="164592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string/int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849624"/>
            <a:ext cx="7315200" cy="292608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緑因子（固有スキル） + ★数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42232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factor_01..60_name/star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4142232"/>
            <a:ext cx="16459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string/int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4142232"/>
            <a:ext cx="7315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Meiryo UI"/>
              </a:rPr>
              <a:t>白因子スロット（最大 60 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848F"/>
                </a:solidFill>
                <a:latin typeface="Meiryo UI"/>
              </a:rPr>
              <a:t>※ 1 投稿につき main / parent1 / parent2 の 3 行が submission_id 共通で並ぶ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848F"/>
                </a:solidFill>
                <a:latin typeface="Meiryo UI"/>
              </a:rPr>
              <a:t>※ 目的・用途・画像 URL は『フォームの回答 1』タブ側に保存（search.html で submission_id 突合）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  <a:latin typeface="Meiryo UI"/>
              </a:rPr>
              <a:t>セキュリティ &amp; 運用上の配慮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475488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🔒 画像ファイル名の匿名化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13728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Apps Script で factor_yyyyMMdd_HHmmss にリネーム（Google アカウント名の除去）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18488"/>
            <a:ext cx="3657600" cy="475488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🔒 Webhook 認証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5848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Apps Script ↔ Cloud Run 間は SHARED_SECRET（Secret Manager で管理）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39696"/>
            <a:ext cx="3657600" cy="475488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🔒 clickjacking 対策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7969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search.html は XFrameOptionsMode デフォルト（ALLOWALL 解除）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60904"/>
            <a:ext cx="3657600" cy="475488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🔒 画像の扱い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70090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Discord へは multipart で直接添付（Drive 公開権限は変更しない）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82112"/>
            <a:ext cx="3657600" cy="475488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🔒 XSS 対策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2211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search.html の全ユーザー入力は escapeHtml() を経由して描画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3657600" cy="475488"/>
          </a:xfrm>
          <a:prstGeom prst="round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🛠 モデル更新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4332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scripts/fetch_unique_skills.py で UmaTools から固有スキル対応表を再生成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24528"/>
            <a:ext cx="3657600" cy="475488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🛠 Cloud Run 再デプロイ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6452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gcloud run deploy factor-processor --source . （新コード反映時）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45736"/>
            <a:ext cx="3657600" cy="475488"/>
          </a:xfrm>
          <a:prstGeom prst="round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🛠 Apps Script 再デプロイ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78573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コード保存後に『デプロイを管理 → 新バージョン』で反映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66944"/>
            <a:ext cx="3657600" cy="475488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⚠ タイムアウト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30694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Cloud Run 300 秒制限。コールドスタート 30〜60s + 解析 30〜60s を想定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88152"/>
            <a:ext cx="3657600" cy="475488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50000" bIns="50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⚠ 個人情報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8281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020"/>
                </a:solidFill>
                <a:latin typeface="Meiryo UI"/>
              </a:rPr>
              <a:t>連絡先（Discord 名）は検索画面で全閲覧者に見える仕様。投稿時の任意入力を推奨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